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notesMasterIdLst>
    <p:notesMasterId r:id="rId11"/>
  </p:notesMasterIdLst>
  <p:sldIdLst>
    <p:sldId id="256" r:id="rId2"/>
    <p:sldId id="257" r:id="rId3"/>
    <p:sldId id="266" r:id="rId4"/>
    <p:sldId id="261" r:id="rId5"/>
    <p:sldId id="262" r:id="rId6"/>
    <p:sldId id="259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9A79D0-C6A2-4362-B2E1-8AA58AC73AA2}" v="37" dt="2026-07-27T04:54:39.7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krishik207@gmail.com" userId="841b78bfeee625b5" providerId="LiveId" clId="{EB69D51D-3399-4897-AED6-81ED8B39BED5}"/>
    <pc:docChg chg="undo custSel addSld delSld modSld sldOrd">
      <pc:chgData name="jkrishik207@gmail.com" userId="841b78bfeee625b5" providerId="LiveId" clId="{EB69D51D-3399-4897-AED6-81ED8B39BED5}" dt="2026-07-27T04:55:51.626" v="450" actId="1076"/>
      <pc:docMkLst>
        <pc:docMk/>
      </pc:docMkLst>
      <pc:sldChg chg="addSp delSp modSp mod">
        <pc:chgData name="jkrishik207@gmail.com" userId="841b78bfeee625b5" providerId="LiveId" clId="{EB69D51D-3399-4897-AED6-81ED8B39BED5}" dt="2026-07-27T04:19:57.241" v="348" actId="1076"/>
        <pc:sldMkLst>
          <pc:docMk/>
          <pc:sldMk cId="4114653721" sldId="256"/>
        </pc:sldMkLst>
        <pc:spChg chg="add mod">
          <ac:chgData name="jkrishik207@gmail.com" userId="841b78bfeee625b5" providerId="LiveId" clId="{EB69D51D-3399-4897-AED6-81ED8B39BED5}" dt="2026-07-27T04:18:43.286" v="324" actId="20577"/>
          <ac:spMkLst>
            <pc:docMk/>
            <pc:sldMk cId="4114653721" sldId="256"/>
            <ac:spMk id="3" creationId="{8CF50770-CF8E-09B4-DD88-6F596E57EBFB}"/>
          </ac:spMkLst>
        </pc:spChg>
        <pc:spChg chg="mod">
          <ac:chgData name="jkrishik207@gmail.com" userId="841b78bfeee625b5" providerId="LiveId" clId="{EB69D51D-3399-4897-AED6-81ED8B39BED5}" dt="2026-07-27T04:12:10.145" v="183" actId="2710"/>
          <ac:spMkLst>
            <pc:docMk/>
            <pc:sldMk cId="4114653721" sldId="256"/>
            <ac:spMk id="6" creationId="{5B779C7D-8059-C272-1A26-0AE2E3002DE7}"/>
          </ac:spMkLst>
        </pc:spChg>
        <pc:spChg chg="mod">
          <ac:chgData name="jkrishik207@gmail.com" userId="841b78bfeee625b5" providerId="LiveId" clId="{EB69D51D-3399-4897-AED6-81ED8B39BED5}" dt="2026-07-27T04:12:16.030" v="184" actId="14100"/>
          <ac:spMkLst>
            <pc:docMk/>
            <pc:sldMk cId="4114653721" sldId="256"/>
            <ac:spMk id="7" creationId="{39F6721C-03C1-2B11-9223-A80558EAB19F}"/>
          </ac:spMkLst>
        </pc:spChg>
        <pc:spChg chg="del mod">
          <ac:chgData name="jkrishik207@gmail.com" userId="841b78bfeee625b5" providerId="LiveId" clId="{EB69D51D-3399-4897-AED6-81ED8B39BED5}" dt="2026-07-27T04:11:09.072" v="172" actId="478"/>
          <ac:spMkLst>
            <pc:docMk/>
            <pc:sldMk cId="4114653721" sldId="256"/>
            <ac:spMk id="10" creationId="{ADF52962-54E5-34D8-4C53-DCFA36F675E4}"/>
          </ac:spMkLst>
        </pc:spChg>
        <pc:spChg chg="mod">
          <ac:chgData name="jkrishik207@gmail.com" userId="841b78bfeee625b5" providerId="LiveId" clId="{EB69D51D-3399-4897-AED6-81ED8B39BED5}" dt="2026-07-27T04:18:53.632" v="340" actId="20577"/>
          <ac:spMkLst>
            <pc:docMk/>
            <pc:sldMk cId="4114653721" sldId="256"/>
            <ac:spMk id="16" creationId="{B7224141-0276-69C8-5E9F-5E8643D993C8}"/>
          </ac:spMkLst>
        </pc:spChg>
        <pc:picChg chg="mod">
          <ac:chgData name="jkrishik207@gmail.com" userId="841b78bfeee625b5" providerId="LiveId" clId="{EB69D51D-3399-4897-AED6-81ED8B39BED5}" dt="2026-07-27T04:19:57.241" v="348" actId="1076"/>
          <ac:picMkLst>
            <pc:docMk/>
            <pc:sldMk cId="4114653721" sldId="256"/>
            <ac:picMk id="4" creationId="{230B7E0B-B5CC-ABE2-B6FD-781F542B7A27}"/>
          </ac:picMkLst>
        </pc:picChg>
        <pc:picChg chg="add del">
          <ac:chgData name="jkrishik207@gmail.com" userId="841b78bfeee625b5" providerId="LiveId" clId="{EB69D51D-3399-4897-AED6-81ED8B39BED5}" dt="2026-07-27T04:11:03.429" v="171" actId="478"/>
          <ac:picMkLst>
            <pc:docMk/>
            <pc:sldMk cId="4114653721" sldId="256"/>
            <ac:picMk id="18" creationId="{927838ED-972D-D81B-F8A2-47E54D1AA9F8}"/>
          </ac:picMkLst>
        </pc:picChg>
        <pc:picChg chg="del">
          <ac:chgData name="jkrishik207@gmail.com" userId="841b78bfeee625b5" providerId="LiveId" clId="{EB69D51D-3399-4897-AED6-81ED8B39BED5}" dt="2026-07-27T04:11:11.112" v="173" actId="478"/>
          <ac:picMkLst>
            <pc:docMk/>
            <pc:sldMk cId="4114653721" sldId="256"/>
            <ac:picMk id="19" creationId="{0F46E813-AD6B-BFF5-FED0-0B5CBFABF306}"/>
          </ac:picMkLst>
        </pc:picChg>
      </pc:sldChg>
      <pc:sldChg chg="modSp mod">
        <pc:chgData name="jkrishik207@gmail.com" userId="841b78bfeee625b5" providerId="LiveId" clId="{EB69D51D-3399-4897-AED6-81ED8B39BED5}" dt="2026-07-27T04:07:29.096" v="134" actId="2711"/>
        <pc:sldMkLst>
          <pc:docMk/>
          <pc:sldMk cId="2367745047" sldId="257"/>
        </pc:sldMkLst>
        <pc:spChg chg="mod">
          <ac:chgData name="jkrishik207@gmail.com" userId="841b78bfeee625b5" providerId="LiveId" clId="{EB69D51D-3399-4897-AED6-81ED8B39BED5}" dt="2026-07-27T04:07:29.096" v="134" actId="2711"/>
          <ac:spMkLst>
            <pc:docMk/>
            <pc:sldMk cId="2367745047" sldId="257"/>
            <ac:spMk id="2" creationId="{35E1436D-08D0-6488-1177-CEF0BE8F4244}"/>
          </ac:spMkLst>
        </pc:spChg>
        <pc:spChg chg="mod">
          <ac:chgData name="jkrishik207@gmail.com" userId="841b78bfeee625b5" providerId="LiveId" clId="{EB69D51D-3399-4897-AED6-81ED8B39BED5}" dt="2026-07-27T04:07:22.614" v="133" actId="2711"/>
          <ac:spMkLst>
            <pc:docMk/>
            <pc:sldMk cId="2367745047" sldId="257"/>
            <ac:spMk id="3" creationId="{8ADE2D73-2C22-2340-77AD-133097455DA0}"/>
          </ac:spMkLst>
        </pc:spChg>
      </pc:sldChg>
      <pc:sldChg chg="modSp del mod">
        <pc:chgData name="jkrishik207@gmail.com" userId="841b78bfeee625b5" providerId="LiveId" clId="{EB69D51D-3399-4897-AED6-81ED8B39BED5}" dt="2026-07-27T03:59:52.630" v="42" actId="47"/>
        <pc:sldMkLst>
          <pc:docMk/>
          <pc:sldMk cId="3302244477" sldId="258"/>
        </pc:sldMkLst>
        <pc:spChg chg="mod">
          <ac:chgData name="jkrishik207@gmail.com" userId="841b78bfeee625b5" providerId="LiveId" clId="{EB69D51D-3399-4897-AED6-81ED8B39BED5}" dt="2026-07-27T03:59:31.025" v="36" actId="20577"/>
          <ac:spMkLst>
            <pc:docMk/>
            <pc:sldMk cId="3302244477" sldId="258"/>
            <ac:spMk id="2" creationId="{C0BF2885-75AD-7947-0EE3-D47CC886E1D8}"/>
          </ac:spMkLst>
        </pc:spChg>
        <pc:graphicFrameChg chg="modGraphic">
          <ac:chgData name="jkrishik207@gmail.com" userId="841b78bfeee625b5" providerId="LiveId" clId="{EB69D51D-3399-4897-AED6-81ED8B39BED5}" dt="2026-07-27T03:59:50.681" v="41" actId="2164"/>
          <ac:graphicFrameMkLst>
            <pc:docMk/>
            <pc:sldMk cId="3302244477" sldId="258"/>
            <ac:graphicFrameMk id="5" creationId="{687C6531-7932-EB55-1078-50241C9D39CB}"/>
          </ac:graphicFrameMkLst>
        </pc:graphicFrameChg>
      </pc:sldChg>
      <pc:sldChg chg="delSp modSp mod">
        <pc:chgData name="jkrishik207@gmail.com" userId="841b78bfeee625b5" providerId="LiveId" clId="{EB69D51D-3399-4897-AED6-81ED8B39BED5}" dt="2026-07-27T04:19:35.453" v="345" actId="14100"/>
        <pc:sldMkLst>
          <pc:docMk/>
          <pc:sldMk cId="101245232" sldId="259"/>
        </pc:sldMkLst>
        <pc:spChg chg="mod">
          <ac:chgData name="jkrishik207@gmail.com" userId="841b78bfeee625b5" providerId="LiveId" clId="{EB69D51D-3399-4897-AED6-81ED8B39BED5}" dt="2026-07-27T04:02:00.343" v="74" actId="113"/>
          <ac:spMkLst>
            <pc:docMk/>
            <pc:sldMk cId="101245232" sldId="259"/>
            <ac:spMk id="2" creationId="{D1F8BE20-C300-E3D3-3A0B-13284666DA98}"/>
          </ac:spMkLst>
        </pc:spChg>
        <pc:spChg chg="mod">
          <ac:chgData name="jkrishik207@gmail.com" userId="841b78bfeee625b5" providerId="LiveId" clId="{EB69D51D-3399-4897-AED6-81ED8B39BED5}" dt="2026-07-27T04:19:35.453" v="345" actId="14100"/>
          <ac:spMkLst>
            <pc:docMk/>
            <pc:sldMk cId="101245232" sldId="259"/>
            <ac:spMk id="3" creationId="{021987A5-D610-0B3B-CE15-04194585EA62}"/>
          </ac:spMkLst>
        </pc:spChg>
        <pc:spChg chg="del mod">
          <ac:chgData name="jkrishik207@gmail.com" userId="841b78bfeee625b5" providerId="LiveId" clId="{EB69D51D-3399-4897-AED6-81ED8B39BED5}" dt="2026-07-27T04:01:41.799" v="70" actId="478"/>
          <ac:spMkLst>
            <pc:docMk/>
            <pc:sldMk cId="101245232" sldId="259"/>
            <ac:spMk id="6" creationId="{CDD20FFF-4361-2D9F-3211-B8DEB45513F3}"/>
          </ac:spMkLst>
        </pc:spChg>
        <pc:spChg chg="del">
          <ac:chgData name="jkrishik207@gmail.com" userId="841b78bfeee625b5" providerId="LiveId" clId="{EB69D51D-3399-4897-AED6-81ED8B39BED5}" dt="2026-07-27T04:01:44.978" v="71" actId="478"/>
          <ac:spMkLst>
            <pc:docMk/>
            <pc:sldMk cId="101245232" sldId="259"/>
            <ac:spMk id="7" creationId="{0EDC8A64-A35B-2F10-AE53-349A73841ACB}"/>
          </ac:spMkLst>
        </pc:spChg>
        <pc:picChg chg="del">
          <ac:chgData name="jkrishik207@gmail.com" userId="841b78bfeee625b5" providerId="LiveId" clId="{EB69D51D-3399-4897-AED6-81ED8B39BED5}" dt="2026-07-27T04:01:30.929" v="64" actId="478"/>
          <ac:picMkLst>
            <pc:docMk/>
            <pc:sldMk cId="101245232" sldId="259"/>
            <ac:picMk id="5" creationId="{FEC3A5E7-EAED-D748-CB0E-1EC3CE5BCE2E}"/>
          </ac:picMkLst>
        </pc:picChg>
      </pc:sldChg>
      <pc:sldChg chg="delSp modSp mod">
        <pc:chgData name="jkrishik207@gmail.com" userId="841b78bfeee625b5" providerId="LiveId" clId="{EB69D51D-3399-4897-AED6-81ED8B39BED5}" dt="2026-07-27T04:07:40.824" v="136" actId="2710"/>
        <pc:sldMkLst>
          <pc:docMk/>
          <pc:sldMk cId="2814016688" sldId="261"/>
        </pc:sldMkLst>
        <pc:spChg chg="mod">
          <ac:chgData name="jkrishik207@gmail.com" userId="841b78bfeee625b5" providerId="LiveId" clId="{EB69D51D-3399-4897-AED6-81ED8B39BED5}" dt="2026-07-27T04:00:03.291" v="45"/>
          <ac:spMkLst>
            <pc:docMk/>
            <pc:sldMk cId="2814016688" sldId="261"/>
            <ac:spMk id="2" creationId="{6613CE3A-30BC-4758-2372-6A7E992910CA}"/>
          </ac:spMkLst>
        </pc:spChg>
        <pc:spChg chg="mod">
          <ac:chgData name="jkrishik207@gmail.com" userId="841b78bfeee625b5" providerId="LiveId" clId="{EB69D51D-3399-4897-AED6-81ED8B39BED5}" dt="2026-07-27T04:07:40.824" v="136" actId="2710"/>
          <ac:spMkLst>
            <pc:docMk/>
            <pc:sldMk cId="2814016688" sldId="261"/>
            <ac:spMk id="3" creationId="{D9C447C1-8EA8-6E4C-098F-8C41B9B1F6C6}"/>
          </ac:spMkLst>
        </pc:spChg>
        <pc:picChg chg="del">
          <ac:chgData name="jkrishik207@gmail.com" userId="841b78bfeee625b5" providerId="LiveId" clId="{EB69D51D-3399-4897-AED6-81ED8B39BED5}" dt="2026-07-27T03:59:54.891" v="43" actId="478"/>
          <ac:picMkLst>
            <pc:docMk/>
            <pc:sldMk cId="2814016688" sldId="261"/>
            <ac:picMk id="6" creationId="{852B492E-8D34-8100-0C5A-C099A99C09CE}"/>
          </ac:picMkLst>
        </pc:picChg>
      </pc:sldChg>
      <pc:sldChg chg="delSp modSp mod">
        <pc:chgData name="jkrishik207@gmail.com" userId="841b78bfeee625b5" providerId="LiveId" clId="{EB69D51D-3399-4897-AED6-81ED8B39BED5}" dt="2026-07-27T04:19:19.389" v="341" actId="2711"/>
        <pc:sldMkLst>
          <pc:docMk/>
          <pc:sldMk cId="1447780483" sldId="262"/>
        </pc:sldMkLst>
        <pc:spChg chg="mod">
          <ac:chgData name="jkrishik207@gmail.com" userId="841b78bfeee625b5" providerId="LiveId" clId="{EB69D51D-3399-4897-AED6-81ED8B39BED5}" dt="2026-07-27T04:07:50.583" v="137" actId="2711"/>
          <ac:spMkLst>
            <pc:docMk/>
            <pc:sldMk cId="1447780483" sldId="262"/>
            <ac:spMk id="2" creationId="{68865434-2AFA-73A4-E5E3-1FCE87C09765}"/>
          </ac:spMkLst>
        </pc:spChg>
        <pc:spChg chg="mod">
          <ac:chgData name="jkrishik207@gmail.com" userId="841b78bfeee625b5" providerId="LiveId" clId="{EB69D51D-3399-4897-AED6-81ED8B39BED5}" dt="2026-07-27T04:19:19.389" v="341" actId="2711"/>
          <ac:spMkLst>
            <pc:docMk/>
            <pc:sldMk cId="1447780483" sldId="262"/>
            <ac:spMk id="3" creationId="{FC4DEF57-FFED-C3C4-166A-A62991DC0752}"/>
          </ac:spMkLst>
        </pc:spChg>
        <pc:picChg chg="del">
          <ac:chgData name="jkrishik207@gmail.com" userId="841b78bfeee625b5" providerId="LiveId" clId="{EB69D51D-3399-4897-AED6-81ED8B39BED5}" dt="2026-07-27T04:01:02.425" v="59" actId="478"/>
          <ac:picMkLst>
            <pc:docMk/>
            <pc:sldMk cId="1447780483" sldId="262"/>
            <ac:picMk id="7" creationId="{62567017-1E9A-EA98-D820-91E1A31CF528}"/>
          </ac:picMkLst>
        </pc:picChg>
      </pc:sldChg>
      <pc:sldChg chg="delSp modSp mod ord">
        <pc:chgData name="jkrishik207@gmail.com" userId="841b78bfeee625b5" providerId="LiveId" clId="{EB69D51D-3399-4897-AED6-81ED8B39BED5}" dt="2026-07-27T04:19:46.295" v="347" actId="14100"/>
        <pc:sldMkLst>
          <pc:docMk/>
          <pc:sldMk cId="1470520534" sldId="263"/>
        </pc:sldMkLst>
        <pc:spChg chg="mod">
          <ac:chgData name="jkrishik207@gmail.com" userId="841b78bfeee625b5" providerId="LiveId" clId="{EB69D51D-3399-4897-AED6-81ED8B39BED5}" dt="2026-07-27T04:08:36.395" v="152" actId="20577"/>
          <ac:spMkLst>
            <pc:docMk/>
            <pc:sldMk cId="1470520534" sldId="263"/>
            <ac:spMk id="2" creationId="{8ABC4013-4D04-0652-EE57-5B8C403D10D0}"/>
          </ac:spMkLst>
        </pc:spChg>
        <pc:spChg chg="mod">
          <ac:chgData name="jkrishik207@gmail.com" userId="841b78bfeee625b5" providerId="LiveId" clId="{EB69D51D-3399-4897-AED6-81ED8B39BED5}" dt="2026-07-27T04:19:46.295" v="347" actId="14100"/>
          <ac:spMkLst>
            <pc:docMk/>
            <pc:sldMk cId="1470520534" sldId="263"/>
            <ac:spMk id="3" creationId="{0C90BE11-437F-9397-E0ED-2AF9C673A837}"/>
          </ac:spMkLst>
        </pc:spChg>
        <pc:graphicFrameChg chg="del modGraphic">
          <ac:chgData name="jkrishik207@gmail.com" userId="841b78bfeee625b5" providerId="LiveId" clId="{EB69D51D-3399-4897-AED6-81ED8B39BED5}" dt="2026-07-27T04:04:10.249" v="120" actId="478"/>
          <ac:graphicFrameMkLst>
            <pc:docMk/>
            <pc:sldMk cId="1470520534" sldId="263"/>
            <ac:graphicFrameMk id="4" creationId="{2582CC5C-B026-77CB-4A3C-0132C02BF46D}"/>
          </ac:graphicFrameMkLst>
        </pc:graphicFrameChg>
        <pc:graphicFrameChg chg="del">
          <ac:chgData name="jkrishik207@gmail.com" userId="841b78bfeee625b5" providerId="LiveId" clId="{EB69D51D-3399-4897-AED6-81ED8B39BED5}" dt="2026-07-27T04:04:15.672" v="121" actId="478"/>
          <ac:graphicFrameMkLst>
            <pc:docMk/>
            <pc:sldMk cId="1470520534" sldId="263"/>
            <ac:graphicFrameMk id="5" creationId="{452F8117-F2EB-C9D5-F77A-58DE6E2672F3}"/>
          </ac:graphicFrameMkLst>
        </pc:graphicFrameChg>
      </pc:sldChg>
      <pc:sldChg chg="addSp delSp modSp new mod">
        <pc:chgData name="jkrishik207@gmail.com" userId="841b78bfeee625b5" providerId="LiveId" clId="{EB69D51D-3399-4897-AED6-81ED8B39BED5}" dt="2026-07-27T04:27:47.282" v="356" actId="14100"/>
        <pc:sldMkLst>
          <pc:docMk/>
          <pc:sldMk cId="7774779" sldId="264"/>
        </pc:sldMkLst>
        <pc:spChg chg="del">
          <ac:chgData name="jkrishik207@gmail.com" userId="841b78bfeee625b5" providerId="LiveId" clId="{EB69D51D-3399-4897-AED6-81ED8B39BED5}" dt="2026-07-27T04:27:41.044" v="355" actId="22"/>
          <ac:spMkLst>
            <pc:docMk/>
            <pc:sldMk cId="7774779" sldId="264"/>
            <ac:spMk id="3" creationId="{F4AA4DDF-E772-8FE1-451A-A833BB1DD8F7}"/>
          </ac:spMkLst>
        </pc:spChg>
        <pc:spChg chg="add del">
          <ac:chgData name="jkrishik207@gmail.com" userId="841b78bfeee625b5" providerId="LiveId" clId="{EB69D51D-3399-4897-AED6-81ED8B39BED5}" dt="2026-07-27T04:27:29.984" v="351" actId="22"/>
          <ac:spMkLst>
            <pc:docMk/>
            <pc:sldMk cId="7774779" sldId="264"/>
            <ac:spMk id="5" creationId="{4AD189B3-F6F0-FABF-8A86-63B45F6F8126}"/>
          </ac:spMkLst>
        </pc:spChg>
        <pc:spChg chg="add del">
          <ac:chgData name="jkrishik207@gmail.com" userId="841b78bfeee625b5" providerId="LiveId" clId="{EB69D51D-3399-4897-AED6-81ED8B39BED5}" dt="2026-07-27T04:27:38.281" v="354" actId="22"/>
          <ac:spMkLst>
            <pc:docMk/>
            <pc:sldMk cId="7774779" sldId="264"/>
            <ac:spMk id="7" creationId="{FF9D904A-B3B4-A24C-7F63-B4FF529E30EA}"/>
          </ac:spMkLst>
        </pc:spChg>
        <pc:picChg chg="add mod ord">
          <ac:chgData name="jkrishik207@gmail.com" userId="841b78bfeee625b5" providerId="LiveId" clId="{EB69D51D-3399-4897-AED6-81ED8B39BED5}" dt="2026-07-27T04:27:47.282" v="356" actId="14100"/>
          <ac:picMkLst>
            <pc:docMk/>
            <pc:sldMk cId="7774779" sldId="264"/>
            <ac:picMk id="9" creationId="{3D462887-322F-A779-A924-01292EA66914}"/>
          </ac:picMkLst>
        </pc:picChg>
      </pc:sldChg>
      <pc:sldChg chg="delSp modSp del mod">
        <pc:chgData name="jkrishik207@gmail.com" userId="841b78bfeee625b5" providerId="LiveId" clId="{EB69D51D-3399-4897-AED6-81ED8B39BED5}" dt="2026-07-27T04:08:47.511" v="156" actId="47"/>
        <pc:sldMkLst>
          <pc:docMk/>
          <pc:sldMk cId="2296868503" sldId="264"/>
        </pc:sldMkLst>
        <pc:spChg chg="mod">
          <ac:chgData name="jkrishik207@gmail.com" userId="841b78bfeee625b5" providerId="LiveId" clId="{EB69D51D-3399-4897-AED6-81ED8B39BED5}" dt="2026-07-27T04:07:04.279" v="125" actId="20577"/>
          <ac:spMkLst>
            <pc:docMk/>
            <pc:sldMk cId="2296868503" sldId="264"/>
            <ac:spMk id="2" creationId="{434498A9-A10A-2177-7CC9-332442B60714}"/>
          </ac:spMkLst>
        </pc:spChg>
        <pc:spChg chg="del mod">
          <ac:chgData name="jkrishik207@gmail.com" userId="841b78bfeee625b5" providerId="LiveId" clId="{EB69D51D-3399-4897-AED6-81ED8B39BED5}" dt="2026-07-27T04:07:10.548" v="130"/>
          <ac:spMkLst>
            <pc:docMk/>
            <pc:sldMk cId="2296868503" sldId="264"/>
            <ac:spMk id="4" creationId="{0DAB1FB8-321E-25A8-FFBF-29F7C0C1AEDC}"/>
          </ac:spMkLst>
        </pc:spChg>
        <pc:spChg chg="del mod">
          <ac:chgData name="jkrishik207@gmail.com" userId="841b78bfeee625b5" providerId="LiveId" clId="{EB69D51D-3399-4897-AED6-81ED8B39BED5}" dt="2026-07-27T04:07:10.543" v="128" actId="478"/>
          <ac:spMkLst>
            <pc:docMk/>
            <pc:sldMk cId="2296868503" sldId="264"/>
            <ac:spMk id="7" creationId="{95A3005E-4FED-F47C-BA26-D82B3DBC712D}"/>
          </ac:spMkLst>
        </pc:spChg>
        <pc:spChg chg="mod">
          <ac:chgData name="jkrishik207@gmail.com" userId="841b78bfeee625b5" providerId="LiveId" clId="{EB69D51D-3399-4897-AED6-81ED8B39BED5}" dt="2026-07-27T03:58:36.650" v="0"/>
          <ac:spMkLst>
            <pc:docMk/>
            <pc:sldMk cId="2296868503" sldId="264"/>
            <ac:spMk id="12" creationId="{BD5B2247-8C04-1ACB-6F69-F5AEB32B3658}"/>
          </ac:spMkLst>
        </pc:spChg>
      </pc:sldChg>
      <pc:sldChg chg="modSp del">
        <pc:chgData name="jkrishik207@gmail.com" userId="841b78bfeee625b5" providerId="LiveId" clId="{EB69D51D-3399-4897-AED6-81ED8B39BED5}" dt="2026-07-27T04:08:49.752" v="157" actId="47"/>
        <pc:sldMkLst>
          <pc:docMk/>
          <pc:sldMk cId="600682859" sldId="265"/>
        </pc:sldMkLst>
        <pc:spChg chg="mod">
          <ac:chgData name="jkrishik207@gmail.com" userId="841b78bfeee625b5" providerId="LiveId" clId="{EB69D51D-3399-4897-AED6-81ED8B39BED5}" dt="2026-07-27T03:58:36.650" v="0"/>
          <ac:spMkLst>
            <pc:docMk/>
            <pc:sldMk cId="600682859" sldId="265"/>
            <ac:spMk id="2" creationId="{6CE09A23-C037-6DD1-BC61-093962FF9CC1}"/>
          </ac:spMkLst>
        </pc:spChg>
      </pc:sldChg>
      <pc:sldChg chg="addSp delSp modSp new mod">
        <pc:chgData name="jkrishik207@gmail.com" userId="841b78bfeee625b5" providerId="LiveId" clId="{EB69D51D-3399-4897-AED6-81ED8B39BED5}" dt="2026-07-27T04:50:56.601" v="412" actId="113"/>
        <pc:sldMkLst>
          <pc:docMk/>
          <pc:sldMk cId="1907100023" sldId="265"/>
        </pc:sldMkLst>
        <pc:spChg chg="mod">
          <ac:chgData name="jkrishik207@gmail.com" userId="841b78bfeee625b5" providerId="LiveId" clId="{EB69D51D-3399-4897-AED6-81ED8B39BED5}" dt="2026-07-27T04:50:56.601" v="412" actId="113"/>
          <ac:spMkLst>
            <pc:docMk/>
            <pc:sldMk cId="1907100023" sldId="265"/>
            <ac:spMk id="2" creationId="{8C5CDAD8-F11B-6872-FEA5-861002AAA74F}"/>
          </ac:spMkLst>
        </pc:spChg>
        <pc:spChg chg="del">
          <ac:chgData name="jkrishik207@gmail.com" userId="841b78bfeee625b5" providerId="LiveId" clId="{EB69D51D-3399-4897-AED6-81ED8B39BED5}" dt="2026-07-27T04:30:46.535" v="358" actId="22"/>
          <ac:spMkLst>
            <pc:docMk/>
            <pc:sldMk cId="1907100023" sldId="265"/>
            <ac:spMk id="3" creationId="{6AC3AD22-BE9A-E4F9-47FC-D67FCCD7962D}"/>
          </ac:spMkLst>
        </pc:spChg>
        <pc:spChg chg="add del mod">
          <ac:chgData name="jkrishik207@gmail.com" userId="841b78bfeee625b5" providerId="LiveId" clId="{EB69D51D-3399-4897-AED6-81ED8B39BED5}" dt="2026-07-27T04:35:25.744" v="364" actId="22"/>
          <ac:spMkLst>
            <pc:docMk/>
            <pc:sldMk cId="1907100023" sldId="265"/>
            <ac:spMk id="7" creationId="{E80E3DEC-F7CD-5C20-C807-897F10148D95}"/>
          </ac:spMkLst>
        </pc:spChg>
        <pc:spChg chg="add del mod">
          <ac:chgData name="jkrishik207@gmail.com" userId="841b78bfeee625b5" providerId="LiveId" clId="{EB69D51D-3399-4897-AED6-81ED8B39BED5}" dt="2026-07-27T04:37:09.706" v="369" actId="22"/>
          <ac:spMkLst>
            <pc:docMk/>
            <pc:sldMk cId="1907100023" sldId="265"/>
            <ac:spMk id="11" creationId="{6D9517B3-80FA-419C-B797-2B117B984291}"/>
          </ac:spMkLst>
        </pc:spChg>
        <pc:spChg chg="add del mod">
          <ac:chgData name="jkrishik207@gmail.com" userId="841b78bfeee625b5" providerId="LiveId" clId="{EB69D51D-3399-4897-AED6-81ED8B39BED5}" dt="2026-07-27T04:37:25.346" v="373" actId="22"/>
          <ac:spMkLst>
            <pc:docMk/>
            <pc:sldMk cId="1907100023" sldId="265"/>
            <ac:spMk id="15" creationId="{817F4EFC-5671-AD2D-DE8C-FA7D99C707A8}"/>
          </ac:spMkLst>
        </pc:spChg>
        <pc:picChg chg="add del mod ord">
          <ac:chgData name="jkrishik207@gmail.com" userId="841b78bfeee625b5" providerId="LiveId" clId="{EB69D51D-3399-4897-AED6-81ED8B39BED5}" dt="2026-07-27T04:35:19.172" v="362" actId="478"/>
          <ac:picMkLst>
            <pc:docMk/>
            <pc:sldMk cId="1907100023" sldId="265"/>
            <ac:picMk id="5" creationId="{63E60D5D-BBD4-217A-B9DC-403337977810}"/>
          </ac:picMkLst>
        </pc:picChg>
        <pc:picChg chg="add del mod ord">
          <ac:chgData name="jkrishik207@gmail.com" userId="841b78bfeee625b5" providerId="LiveId" clId="{EB69D51D-3399-4897-AED6-81ED8B39BED5}" dt="2026-07-27T04:37:06.479" v="368" actId="478"/>
          <ac:picMkLst>
            <pc:docMk/>
            <pc:sldMk cId="1907100023" sldId="265"/>
            <ac:picMk id="9" creationId="{8505F69F-F033-8C44-C588-A57548C6149A}"/>
          </ac:picMkLst>
        </pc:picChg>
        <pc:picChg chg="add del mod ord">
          <ac:chgData name="jkrishik207@gmail.com" userId="841b78bfeee625b5" providerId="LiveId" clId="{EB69D51D-3399-4897-AED6-81ED8B39BED5}" dt="2026-07-27T04:37:15.859" v="372" actId="478"/>
          <ac:picMkLst>
            <pc:docMk/>
            <pc:sldMk cId="1907100023" sldId="265"/>
            <ac:picMk id="13" creationId="{DF0F3F14-8509-C85A-8547-3C542D1B147B}"/>
          </ac:picMkLst>
        </pc:picChg>
        <pc:picChg chg="add mod ord">
          <ac:chgData name="jkrishik207@gmail.com" userId="841b78bfeee625b5" providerId="LiveId" clId="{EB69D51D-3399-4897-AED6-81ED8B39BED5}" dt="2026-07-27T04:50:17.543" v="380" actId="1076"/>
          <ac:picMkLst>
            <pc:docMk/>
            <pc:sldMk cId="1907100023" sldId="265"/>
            <ac:picMk id="17" creationId="{8F350CDA-A1FB-5197-08BF-3D8653F55875}"/>
          </ac:picMkLst>
        </pc:picChg>
      </pc:sldChg>
      <pc:sldChg chg="del">
        <pc:chgData name="jkrishik207@gmail.com" userId="841b78bfeee625b5" providerId="LiveId" clId="{EB69D51D-3399-4897-AED6-81ED8B39BED5}" dt="2026-07-27T04:08:51.095" v="158" actId="47"/>
        <pc:sldMkLst>
          <pc:docMk/>
          <pc:sldMk cId="2367798913" sldId="266"/>
        </pc:sldMkLst>
      </pc:sldChg>
      <pc:sldChg chg="addSp delSp modSp new mod">
        <pc:chgData name="jkrishik207@gmail.com" userId="841b78bfeee625b5" providerId="LiveId" clId="{EB69D51D-3399-4897-AED6-81ED8B39BED5}" dt="2026-07-27T04:55:51.626" v="450" actId="1076"/>
        <pc:sldMkLst>
          <pc:docMk/>
          <pc:sldMk cId="3803006710" sldId="266"/>
        </pc:sldMkLst>
        <pc:spChg chg="mod">
          <ac:chgData name="jkrishik207@gmail.com" userId="841b78bfeee625b5" providerId="LiveId" clId="{EB69D51D-3399-4897-AED6-81ED8B39BED5}" dt="2026-07-27T04:55:51.626" v="450" actId="1076"/>
          <ac:spMkLst>
            <pc:docMk/>
            <pc:sldMk cId="3803006710" sldId="266"/>
            <ac:spMk id="2" creationId="{BFB2B4BB-DBD6-32C9-48D7-D8B74F1D62C0}"/>
          </ac:spMkLst>
        </pc:spChg>
        <pc:spChg chg="del">
          <ac:chgData name="jkrishik207@gmail.com" userId="841b78bfeee625b5" providerId="LiveId" clId="{EB69D51D-3399-4897-AED6-81ED8B39BED5}" dt="2026-07-27T04:51:26.452" v="414" actId="3680"/>
          <ac:spMkLst>
            <pc:docMk/>
            <pc:sldMk cId="3803006710" sldId="266"/>
            <ac:spMk id="3" creationId="{E467EE9A-0F0C-9BC9-CB1E-6C0F5B9B66C8}"/>
          </ac:spMkLst>
        </pc:spChg>
        <pc:graphicFrameChg chg="add mod ord modGraphic">
          <ac:chgData name="jkrishik207@gmail.com" userId="841b78bfeee625b5" providerId="LiveId" clId="{EB69D51D-3399-4897-AED6-81ED8B39BED5}" dt="2026-07-27T04:55:48.116" v="449" actId="1076"/>
          <ac:graphicFrameMkLst>
            <pc:docMk/>
            <pc:sldMk cId="3803006710" sldId="266"/>
            <ac:graphicFrameMk id="4" creationId="{CDEC88F0-9879-F694-2921-50DAC61B66EC}"/>
          </ac:graphicFrameMkLst>
        </pc:graphicFrameChg>
      </pc:sldChg>
      <pc:sldChg chg="modSp del mod">
        <pc:chgData name="jkrishik207@gmail.com" userId="841b78bfeee625b5" providerId="LiveId" clId="{EB69D51D-3399-4897-AED6-81ED8B39BED5}" dt="2026-07-27T04:08:53.134" v="160" actId="47"/>
        <pc:sldMkLst>
          <pc:docMk/>
          <pc:sldMk cId="3450162823" sldId="272"/>
        </pc:sldMkLst>
        <pc:spChg chg="mod">
          <ac:chgData name="jkrishik207@gmail.com" userId="841b78bfeee625b5" providerId="LiveId" clId="{EB69D51D-3399-4897-AED6-81ED8B39BED5}" dt="2026-07-27T03:58:36.650" v="0"/>
          <ac:spMkLst>
            <pc:docMk/>
            <pc:sldMk cId="3450162823" sldId="272"/>
            <ac:spMk id="2" creationId="{6D03A3B3-237B-1601-A172-9273755DBFBF}"/>
          </ac:spMkLst>
        </pc:spChg>
        <pc:spChg chg="mod">
          <ac:chgData name="jkrishik207@gmail.com" userId="841b78bfeee625b5" providerId="LiveId" clId="{EB69D51D-3399-4897-AED6-81ED8B39BED5}" dt="2026-07-27T03:58:37.089" v="3" actId="27636"/>
          <ac:spMkLst>
            <pc:docMk/>
            <pc:sldMk cId="3450162823" sldId="272"/>
            <ac:spMk id="3" creationId="{64844495-E2B5-F688-4507-E64A91991348}"/>
          </ac:spMkLst>
        </pc:spChg>
      </pc:sldChg>
      <pc:sldChg chg="modSp del mod">
        <pc:chgData name="jkrishik207@gmail.com" userId="841b78bfeee625b5" providerId="LiveId" clId="{EB69D51D-3399-4897-AED6-81ED8B39BED5}" dt="2026-07-27T04:08:54.160" v="161" actId="47"/>
        <pc:sldMkLst>
          <pc:docMk/>
          <pc:sldMk cId="4150473288" sldId="273"/>
        </pc:sldMkLst>
        <pc:spChg chg="mod">
          <ac:chgData name="jkrishik207@gmail.com" userId="841b78bfeee625b5" providerId="LiveId" clId="{EB69D51D-3399-4897-AED6-81ED8B39BED5}" dt="2026-07-27T03:58:36.650" v="0"/>
          <ac:spMkLst>
            <pc:docMk/>
            <pc:sldMk cId="4150473288" sldId="273"/>
            <ac:spMk id="2" creationId="{FC9CBF92-F9F7-42B3-4362-E6D836B7BD96}"/>
          </ac:spMkLst>
        </pc:spChg>
        <pc:spChg chg="mod">
          <ac:chgData name="jkrishik207@gmail.com" userId="841b78bfeee625b5" providerId="LiveId" clId="{EB69D51D-3399-4897-AED6-81ED8B39BED5}" dt="2026-07-27T03:58:37.115" v="4" actId="27636"/>
          <ac:spMkLst>
            <pc:docMk/>
            <pc:sldMk cId="4150473288" sldId="273"/>
            <ac:spMk id="3" creationId="{6536A49B-9BED-E928-F97C-F492D3C365B5}"/>
          </ac:spMkLst>
        </pc:spChg>
      </pc:sldChg>
      <pc:sldChg chg="del">
        <pc:chgData name="jkrishik207@gmail.com" userId="841b78bfeee625b5" providerId="LiveId" clId="{EB69D51D-3399-4897-AED6-81ED8B39BED5}" dt="2026-07-27T04:08:55.491" v="162" actId="47"/>
        <pc:sldMkLst>
          <pc:docMk/>
          <pc:sldMk cId="800995798" sldId="275"/>
        </pc:sldMkLst>
      </pc:sldChg>
      <pc:sldChg chg="del">
        <pc:chgData name="jkrishik207@gmail.com" userId="841b78bfeee625b5" providerId="LiveId" clId="{EB69D51D-3399-4897-AED6-81ED8B39BED5}" dt="2026-07-27T04:08:52.152" v="159" actId="47"/>
        <pc:sldMkLst>
          <pc:docMk/>
          <pc:sldMk cId="708485672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8AA4-E4C2-42DA-AA19-4663C4F456E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C4AF9-5E51-4A36-B72F-F3904A309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40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92CD-5C36-1E0D-39BD-371B63971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9E8A1-D0FD-20EE-96EC-28FEDBE64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2F208-B0CD-AB0E-716E-4A7DE5542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DBDF8-A8C1-4DAD-1FE7-5CD00DA20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4B460-7AC5-30B6-FE0F-39DC98E0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23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A8A1-7222-0747-B8D7-CCD1DBDA9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C5501-E69B-BE53-F128-4D60F8DFF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39D84-E5EE-69CF-B0EE-4E209274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849B-F709-F86F-0170-E7833014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DF4DF-BDD5-4AF6-20D2-496DCDC5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745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180D-2A64-6766-C4AD-A0BADFD0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6D470-4E20-BD54-A50D-0E26C1059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01778-18A7-77B6-4C21-CA252323A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8FE18-B044-1A99-8827-573CFA8A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98183-F434-BA70-77E4-724F414C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07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6A613-C4A4-C013-3E71-2F9F4C6E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76D42-380B-7801-92FA-6E16AA2EB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5CEAD-ADEE-F368-6A12-0683882CD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FCA53-3DFF-8FA0-9B70-E6FE5513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11EAA-1B85-2968-EF63-48FF8A6F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29E15-AF26-1B94-9E37-2094008D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6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81DE6-BD50-FFF3-7D80-B5CD5850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7E697-C60B-1D1A-ED45-DF2BBC175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13938-4D16-9E34-51E1-5D5EE2F22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28F4D-88B5-B295-AF6B-3E9C25150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9B1F2-6871-99BA-2045-469E5AF15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6ED57-F71C-B32A-E69A-DE5F729C0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386E9-E9BC-369F-39F2-151CF2E87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20517-4977-6DCD-76D2-CA2C76B9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8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2C5F-771E-23BC-9BE3-03B82C388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DACDA-6D03-F57A-CED4-585EE037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F4DAA-9A0A-5ADE-9425-4DD93C3C2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276B6-DE0C-B138-6B80-DE9E9B4A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51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CA022-0112-81B0-960B-A2902C02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EA7EA-2014-984B-9A36-D82982A0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E25F6-432F-3144-8AA5-B479493A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88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112D-E3CA-3D3F-787B-7BC6135CB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74E1-9139-0D01-176D-B9A353973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AB5D0-5B4B-B575-26FE-48DDA019A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040A5-9BE0-3D10-5D90-0CC92764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301D0-529C-C1C2-14A8-8246E90B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6884D-4F78-D735-BFDE-031248DD6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096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45358-77EC-5CCA-CF3D-BA687F340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EB130D-8B71-3D9A-47E5-DCA095F23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7FC4F-4661-7AFB-6785-B7817B85D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70225-3340-5E89-0FCC-78255E06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A803D-D62A-1A80-B7D7-D24708A2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31529-F8B8-36D6-912C-FA995170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50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772D3-7E3E-4F98-9541-BBFA7121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6205F-4695-7AE1-477C-157F37B9E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8FA8-E116-77F3-D332-A1D3AD95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7D660-2ADC-A13B-A740-DDB47EB93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EE260-6F62-8484-E0E0-10CD99D7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8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F92E74-6F17-D1C0-F353-B06431CF6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BCBB6-7AEC-3F57-BCF4-5911B4E47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5D76-E81B-0224-2B8A-BDE06845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8016A-C96C-81DB-5344-B244F750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7726-0D34-E431-BBA5-8734BBA8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307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FC205-088B-9598-807D-9FB6FDA8D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54359-6892-F47E-2B27-093E35EEE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AF12F-A8E1-704B-1953-A426BF245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BCB66-EED9-4FCD-9763-240C8FAF66F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7F840-7846-4FA9-7011-8AE2E628F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AF2B5-AEFB-B36C-A951-A8821122B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754077-D95C-4994-9864-93A44A899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65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0B7E0B-B5CC-ABE2-B6FD-781F542B7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542"/>
            <a:ext cx="12191999" cy="11250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9F6721C-03C1-2B11-9223-A80558EAB19F}"/>
              </a:ext>
            </a:extLst>
          </p:cNvPr>
          <p:cNvSpPr/>
          <p:nvPr/>
        </p:nvSpPr>
        <p:spPr>
          <a:xfrm>
            <a:off x="1817914" y="1948544"/>
            <a:ext cx="8828315" cy="18651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B7224141-0276-69C8-5E9F-5E8643D99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825" y="4383212"/>
            <a:ext cx="3725292" cy="216255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RISHIK JK (19251052)     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GREEN COMPUTING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79C7D-8059-C272-1A26-0AE2E3002DE7}"/>
              </a:ext>
            </a:extLst>
          </p:cNvPr>
          <p:cNvSpPr txBox="1"/>
          <p:nvPr/>
        </p:nvSpPr>
        <p:spPr>
          <a:xfrm>
            <a:off x="1616143" y="1926772"/>
            <a:ext cx="9051857" cy="165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Navigation System using Graphs and Dijkstra's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50770-CF8E-09B4-DD88-6F596E57EBFB}"/>
              </a:ext>
            </a:extLst>
          </p:cNvPr>
          <p:cNvSpPr txBox="1"/>
          <p:nvPr/>
        </p:nvSpPr>
        <p:spPr>
          <a:xfrm>
            <a:off x="8898674" y="4471639"/>
            <a:ext cx="2598233" cy="122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pPr>
              <a:lnSpc>
                <a:spcPct val="2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ALPHONSA J</a:t>
            </a:r>
          </a:p>
        </p:txBody>
      </p:sp>
    </p:spTree>
    <p:extLst>
      <p:ext uri="{BB962C8B-B14F-4D97-AF65-F5344CB8AC3E}">
        <p14:creationId xmlns:p14="http://schemas.microsoft.com/office/powerpoint/2010/main" val="411465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436D-08D0-6488-1177-CEF0BE8F4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E2D73-2C22-2340-77AD-133097455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easy navigation inside the campus.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 shortest route between two locations.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Graph Data Structure to represent the campus.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best route using Dijkstra's Algorithm.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travel time inside the campus.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C Programming.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74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B4BB-DBD6-32C9-48D7-D8B74F1D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61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 of the Project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EC88F0-9879-F694-2921-50DAC61B6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0297611"/>
              </p:ext>
            </p:extLst>
          </p:nvPr>
        </p:nvGraphicFramePr>
        <p:xfrm>
          <a:off x="1164772" y="1690688"/>
          <a:ext cx="10515600" cy="51219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707861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78903450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GRAPH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Dijkstra's Algorithm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53058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It stores locations and connections.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It is a shortest path algorithm.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844088"/>
                  </a:ext>
                </a:extLst>
              </a:tr>
              <a:tr h="52639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Locations are called </a:t>
                      </a:r>
                      <a:r>
                        <a:rPr lang="en-IN" b="1" dirty="0"/>
                        <a:t>Nodes (Vertices)</a:t>
                      </a:r>
                      <a:r>
                        <a:rPr lang="en-IN" dirty="0"/>
                        <a:t>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Finds the minimum distance.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449226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Roads are called </a:t>
                      </a:r>
                      <a:r>
                        <a:rPr lang="en-IN" b="1" dirty="0"/>
                        <a:t>Edges</a:t>
                      </a:r>
                      <a:r>
                        <a:rPr lang="en-IN" dirty="0"/>
                        <a:t>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Takes source and destination as input.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909712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Distances are called </a:t>
                      </a:r>
                      <a:r>
                        <a:rPr lang="en-IN" b="1" dirty="0"/>
                        <a:t>Weights</a:t>
                      </a:r>
                      <a:r>
                        <a:rPr lang="en-IN" dirty="0"/>
                        <a:t>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Checks all possible routes. Selects the shortest route.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216172"/>
                  </a:ext>
                </a:extLst>
              </a:tr>
              <a:tr h="1045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It represents the campus map. 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Displays the shortest path and distance. 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01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00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CE3A-30BC-4758-2372-6A7E99291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384" y="18308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Introduction</a:t>
            </a:r>
            <a:r>
              <a:rPr lang="en-IN" sz="3600" dirty="0"/>
              <a:t>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447C1-8EA8-6E4C-098F-8C41B9B1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082"/>
            <a:ext cx="10515600" cy="484928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campuses contain many buildings.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students often get confused.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classrooms takes extra time.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navigation is not always easy.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navigation system can solve this problem.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 simple navigation solution. </a:t>
            </a: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016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65434-2AFA-73A4-E5E3-1FCE87C09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DEF57-FFED-C3C4-166A-A62991DC0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8" y="1690688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systems are used in schools, colleges, and cities.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are commonly used to represent maps.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location is treated as a node.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 are represented as edges.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Dijkstra's Algorithm finds the shortest route.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navigation applications use similar concepts. </a:t>
            </a:r>
          </a:p>
          <a:p>
            <a:pPr marL="0" indent="0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erpolation techniques comparison infographic">
            <a:extLst>
              <a:ext uri="{FF2B5EF4-FFF2-40B4-BE49-F238E27FC236}">
                <a16:creationId xmlns:a16="http://schemas.microsoft.com/office/drawing/2014/main" id="{AE9C6064-1672-AB51-3863-122FBFFA20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Interpolation techniques comparison infographic">
            <a:extLst>
              <a:ext uri="{FF2B5EF4-FFF2-40B4-BE49-F238E27FC236}">
                <a16:creationId xmlns:a16="http://schemas.microsoft.com/office/drawing/2014/main" id="{4B1E1D01-5DC8-A396-5617-3FB430C881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7400" y="32940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78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BE20-C300-E3D3-3A0B-13284666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72" y="571131"/>
            <a:ext cx="11047411" cy="147857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987A5-D610-0B3B-CE15-04194585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2804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campus navigation system. 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all campus locations. 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locations with road distances.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the shortest route. 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total distance.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navigation efficiency.</a:t>
            </a:r>
          </a:p>
        </p:txBody>
      </p:sp>
    </p:spTree>
    <p:extLst>
      <p:ext uri="{BB962C8B-B14F-4D97-AF65-F5344CB8AC3E}">
        <p14:creationId xmlns:p14="http://schemas.microsoft.com/office/powerpoint/2010/main" val="10124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4013-4D04-0652-EE57-5B8C403D1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27514"/>
            <a:ext cx="9905998" cy="147857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0BE11-437F-9397-E0ED-2AF9C673A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86" y="1796142"/>
            <a:ext cx="11038114" cy="48611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waste time searching for classrooms.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Visitors do not know campus routes.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wrong path increases travel time.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navigation methods are manual.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faster route finding system is needed.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users reach destinations easily. 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52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DAD8-F11B-6872-FEA5-861002AA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F350CDA-A1FB-5197-08BF-3D8653F55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72" y="1418545"/>
            <a:ext cx="12192000" cy="525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00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4B00-FE85-DC47-1949-F400C6264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D462887-322F-A779-A924-01292EA66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494" y="1197429"/>
            <a:ext cx="8914410" cy="49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</TotalTime>
  <Words>319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Abstract </vt:lpstr>
      <vt:lpstr>Key Concepts of the Project</vt:lpstr>
      <vt:lpstr>Introduction </vt:lpstr>
      <vt:lpstr>Literature Review </vt:lpstr>
      <vt:lpstr>Objectives</vt:lpstr>
      <vt:lpstr>Problem Statement</vt:lpstr>
      <vt:lpstr>Architecture Diagram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Jkrishik207@gmail.com</dc:creator>
  <cp:lastModifiedBy>jkrishik207@gmail.com</cp:lastModifiedBy>
  <cp:revision>6</cp:revision>
  <dcterms:created xsi:type="dcterms:W3CDTF">2026-05-01T05:23:51Z</dcterms:created>
  <dcterms:modified xsi:type="dcterms:W3CDTF">2026-07-27T04:56:16Z</dcterms:modified>
</cp:coreProperties>
</file>